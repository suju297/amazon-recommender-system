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7DC71AE-AAE6-44F0-9B7E-E72E7A290567}">
  <a:tblStyle styleId="{F7DC71AE-AAE6-44F0-9B7E-E72E7A29056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1cf03d43f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1cf03d43f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1cf03d43f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1cf03d43f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1cf03d43f1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1cf03d43f1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1cf03d43f1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1cf03d43f1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1cf03d43f1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1cf03d43f1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1cf03d43f1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1cf03d43f1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1cf03d43f1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1cf03d43f1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Recommender System for E-commerce Website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Harshitha Chava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Isha Joshi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Description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Our project is an </a:t>
            </a:r>
            <a:r>
              <a:rPr lang="en"/>
              <a:t>e-commerce </a:t>
            </a:r>
            <a:r>
              <a:rPr lang="en"/>
              <a:t>recommendation system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</a:t>
            </a:r>
            <a:r>
              <a:rPr lang="en"/>
              <a:t>experiment</a:t>
            </a:r>
            <a:r>
              <a:rPr lang="en"/>
              <a:t> with different recommendation algorithms: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Collaborative Filtering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Neural Collaborative Filtering (NCF)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Content-based Filtering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PySpark is used to speed up processing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evaluate and compare the models using RMSE scores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5096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Amazon Reviews ‘23 dataset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Multiple categories: beauty, fashion, books, CDs etc.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use the All_Beauty dataset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Contains user reviews and </a:t>
            </a:r>
            <a:r>
              <a:rPr lang="en"/>
              <a:t>ratings</a:t>
            </a:r>
            <a:r>
              <a:rPr lang="en"/>
              <a:t> for items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use ratings for our implementation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Contains item metadata (title, features, price, average_rating etc.)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68" name="Google Shape;68;p15"/>
          <p:cNvGraphicFramePr/>
          <p:nvPr/>
        </p:nvGraphicFramePr>
        <p:xfrm>
          <a:off x="5769725" y="1779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{F7DC71AE-AAE6-44F0-9B7E-E72E7A290567}</a:tableStyleId>
              </a:tblPr>
              <a:tblGrid>
                <a:gridCol w="901500"/>
                <a:gridCol w="901500"/>
                <a:gridCol w="901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#Users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#Items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#Ratings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632.0K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112.6K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701.5K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Loading and Preprocessing the Data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Loaded raw review data and metadata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Merged the raw reviews and metadata datasets on the parent_asin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Dropped rows with missing values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Converted string type item and user IDs into numerical values for collaborative filtering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1: Collaborative Filtering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</a:t>
            </a:r>
            <a:r>
              <a:rPr lang="en"/>
              <a:t>redicts a user's preferences based on the preferences of other users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We use item-based filtering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Hyperparameters: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Rank: [10,20]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Max Iterations: [10]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Regularization: [0.1]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RMSE: 0.90225</a:t>
            </a:r>
            <a:endParaRPr/>
          </a:p>
        </p:txBody>
      </p:sp>
      <p:sp>
        <p:nvSpPr>
          <p:cNvPr id="81" name="Google Shape;81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Algorithm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Compute similarity between items: for every item, compute similarity with others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Sort items by similarity and get top N items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Aggregate ratings of the item from top N similar items using a weighted average.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Rank items by predicted ratings, select the top K items.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Model 2: Content-based Filtering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</a:t>
            </a:r>
            <a:r>
              <a:rPr lang="en"/>
              <a:t>akes predictions based on the features of items and a user’s preferences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We use </a:t>
            </a:r>
            <a:r>
              <a:rPr lang="en"/>
              <a:t>item descriptions to find similarities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Hyperparameters: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Similarity_threshold = 0.5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diversity_penalty = 0.1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RMSE: 0.9243</a:t>
            </a:r>
            <a:endParaRPr/>
          </a:p>
        </p:txBody>
      </p:sp>
      <p:sp>
        <p:nvSpPr>
          <p:cNvPr id="88" name="Google Shape;88;p1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Algorithm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For each item, extract its features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Build user profile by averaging or weighting the item features based on user interactions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For every item, c</a:t>
            </a:r>
            <a:r>
              <a:rPr lang="en"/>
              <a:t>ompute similarity between the item’s features and the user’s profile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Rank items by their similarity to the user’s profile and select the top N items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Model 3: NCF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 deep learning based approach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Learns user-item interactions and combines user and item embeddings to </a:t>
            </a:r>
            <a:r>
              <a:rPr lang="en"/>
              <a:t>predict</a:t>
            </a:r>
            <a:r>
              <a:rPr lang="en"/>
              <a:t> ratings rather than using similarity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Hyperparameters: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#Epochs: </a:t>
            </a:r>
            <a:r>
              <a:rPr lang="en"/>
              <a:t>[1, 2, 3, 4, 5]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Learning rate: [0.0001, 0.005, 0.001]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RMSE: </a:t>
            </a:r>
            <a:r>
              <a:rPr lang="en"/>
              <a:t>0.3993</a:t>
            </a:r>
            <a:endParaRPr/>
          </a:p>
        </p:txBody>
      </p:sp>
      <p:sp>
        <p:nvSpPr>
          <p:cNvPr id="95" name="Google Shape;95;p1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Algorithm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Create embedding layers for users and items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Concatenate user and item embeddings.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Output a single score for each user-item pair using a final output layer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For unseen user-item pairs, forward propagate through the trained network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Comparison and Conclusion</a:t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We explored 3 recommendation algorithms/models in our project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We obtained the following results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NCF</a:t>
            </a:r>
            <a:r>
              <a:rPr lang="en"/>
              <a:t> gave us the lowest RMSE score of 0.3993, with a Precision@10 and Recall@10 of </a:t>
            </a:r>
            <a:r>
              <a:rPr lang="en"/>
              <a:t>0.2419</a:t>
            </a:r>
            <a:r>
              <a:rPr lang="en"/>
              <a:t> and </a:t>
            </a:r>
            <a:r>
              <a:rPr lang="en"/>
              <a:t>0.9671</a:t>
            </a:r>
            <a:r>
              <a:rPr lang="en"/>
              <a:t>, respectively</a:t>
            </a:r>
            <a:endParaRPr/>
          </a:p>
        </p:txBody>
      </p:sp>
      <p:graphicFrame>
        <p:nvGraphicFramePr>
          <p:cNvPr id="102" name="Google Shape;102;p20"/>
          <p:cNvGraphicFramePr/>
          <p:nvPr/>
        </p:nvGraphicFramePr>
        <p:xfrm>
          <a:off x="854600" y="1967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{F7DC71AE-AAE6-44F0-9B7E-E72E7A290567}</a:tableStyleId>
              </a:tblPr>
              <a:tblGrid>
                <a:gridCol w="2441250"/>
                <a:gridCol w="1301200"/>
                <a:gridCol w="1529825"/>
                <a:gridCol w="12273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Model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RMSE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Precision@10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Recall@10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Collaborative Filtering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0.9023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0.1000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0.9500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Content-based Filtering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0.9243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0.0947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0.5238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02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NCF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0.3993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0.2419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0.9671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